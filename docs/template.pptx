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7" y="3583914"/>
            <a:ext cx="3400089" cy="8614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[Student Name </a:t>
            </a:r>
            <a:endParaRPr lang="en-IN" b="0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]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6" y="4576469"/>
            <a:ext cx="317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(its available in your offer letter)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IN" sz="2800" dirty="0"/>
              <a:t>(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r>
              <a:rPr lang="en-GB" dirty="0"/>
              <a:t>[write detail description about your project ] 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556</TotalTime>
  <Words>71</Words>
  <Application>Microsoft Office PowerPoint</Application>
  <PresentationFormat>Widescreen</PresentationFormat>
  <Paragraphs>18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97</cp:revision>
  <dcterms:created xsi:type="dcterms:W3CDTF">2021-07-11T13:13:15Z</dcterms:created>
  <dcterms:modified xsi:type="dcterms:W3CDTF">2026-09-02T10:35:59Z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